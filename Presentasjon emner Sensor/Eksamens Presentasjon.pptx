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11"/>
  </p:normalViewPr>
  <p:slideViewPr>
    <p:cSldViewPr snapToGrid="0">
      <p:cViewPr>
        <p:scale>
          <a:sx n="116" d="100"/>
          <a:sy n="116" d="100"/>
        </p:scale>
        <p:origin x="344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20:12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3667 1145 24575,'-13'0'0,"-3"-2"0,-4 0 0,-2-1 0,-1-2 0,-5-1 0,-10-4 0,-9-4 0,-10-5 0,-1-4 0,4 0 0,4 0 0,8 4 0,2 2 0,4 2 0,3 0 0,3 3 0,2 2 0,0 3 0,-1 2 0,1 2 0,0 1 0,0 0 0,-1 1 0,0-1 0,0-1 0,1-1 0,1 2 0,3 1 0,1 1 0,1 0 0,1-1 0,1-1 0,0 0 0,0 0 0,-1 2 0,-1 0 0,-1-1 0,-4-3 0,-3-3 0,-4-1 0,-3-1 0,-1 0 0,1 1 0,2 0 0,1 0 0,2 1 0,2-1 0,-1 1 0,1-1 0,-2 1 0,-4-2 0,-3-3 0,-3-1 0,-3-3 0,-1 1 0,-1 1 0,1 4 0,-1 3 0,1 4 0,-1 0 0,0 1 0,-2 1 0,-1 1 0,2 0 0,9 0 0,11 0 0,12-3 0,8 0 0,-4 0 0,-10-1 0,-19-5 0,-10-3 0,0-2 0,7 1 0,10 4 0,2-1 0,-3-3 0,-9-4 0,-8-5 0,-7-3 0,-4 0 0,-2-2 0,1 0 0,1-1 0,5 3 0,8 4 0,3 1 0,3 4 0,1 4 0,-1 5 0,2 5 0,1 0 0,2 0 0,7-2 0,4 2 0,8-2 0,4 0 0,5 0 0,4-1 0,2 3 0,3 4 0,3 6 0,6 6 0,3 5 0,4 2 0,-1 0 0,0-1 0,1 0 0,-1 1 0,1 0 0,0 2 0,0 2 0,-1 0 0,1 2 0,0-4 0,-2-3 0,-4-2 0,-2-3 0,-1 0 0,0-1 0,0 2 0,2 3 0,0 4 0,2 2 0,0 3 0,-1-1 0,-1-3 0,-2-3 0,-2-5 0,-1-2 0,0-3 0,0 0 0,-1 2 0,-1 2 0,1 3 0,1 3 0,0-2 0,1 1 0,-1 0 0,0-2 0,-1-2 0,-1-3 0,1-5 0,0-2 0,0-3 0,1 1 0,0 3 0,2 5 0,-1 3 0,0 2 0,0-2 0,-1-3 0,-1-6 0,0-9 0,4-14 0,5-21 0,4-19 0,3-16 0,4-8 0,1 1 0,5 6 0,1 13 0,0 9 0,3 7 0,2 4 0,2-2 0,-2 1 0,0-2 0,-3-4 0,1-4 0,0-2 0,-1 4 0,-9 13 0,-6 11 0,-4 8 0,0 1 0,1-2 0,0 2 0,-1 2 0,-3 4 0,-3 0 0,-1-1 0,-3 0 0,1 0 0,0 3 0,-7 7 0,-7 6 0,-9 6 0,-10 3 0,-7 0 0,-4-1 0,-2-1 0,-1 3 0,3 4 0,1 3 0,2 3 0,2-3 0,0-4 0,-3-3 0,-5-5 0,-4-2 0,1-1 0,3 1 0,7-2 0,7 1 0,6-2 0,3-1 0,2 1 0,-1-1 0,0 0 0,-4-1 0,-3-1 0,-2-1 0,2 0 0,5 0 0,7 0 0,8 0 0,5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20:15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792 79 24575,'-8'0'0,"-4"0"0,-9-1 0,-7-1 0,-7-3 0,-4-2 0,-6-2 0,-4-1 0,2 0 0,1 0 0,11 2 0,7 1 0,7 2 0,5 2 0,2 2 0,1 1 0,0 0 0,-1 2 0,-1 3 0,0 5 0,0 5 0,2 4 0,1 4 0,0 3 0,1 1 0,2 0 0,2-2 0,3 0 0,3-1 0,1 2 0,0 1 0,1 0 0,4-2 0,10-2 0,10-1 0,8-3 0,5 0 0,0-3 0,2-4 0,0-2 0,0-4 0,-1-2 0,1 3 0,0 1 0,2 4 0,-1 1 0,-4 0 0,-3 2 0,-7-1 0,-5-1 0,-7 0 0,-5 0 0,-3-1 0,-4 1 0,-2 0 0,-1 3 0,0 2 0,0 3 0,-1 4 0,-4 3 0,-4 2 0,-4 3 0,-1-3 0,-1-3 0,-1-4 0,-3-4 0,-2-4 0,-4-5 0,-5-5 0,-10-3 0,-9-3 0,-9-3 0,-1-5 0,1-4 0,6-2 0,4-1 0,3 2 0,5 3 0,1 0 0,2-1 0,2-1 0,3 0 0,4 2 0,7 2 0,10 4 0,4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20:18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665 38 24575,'-4'-3'0,"-3"1"0,-6 2 0,-6-1 0,-3-1 0,-2-3 0,3-1 0,1 2 0,2 3 0,2 1 0,0-3 0,0-1 0,-5 0 0,-6 1 0,-3 3 0,-3 0 0,0 0 0,3 0 0,5 0 0,3 0 0,3 0 0,4 0 0,0 0 0,2 2 0,-3 5 0,-2 5 0,-3 5 0,1 5 0,1 2 0,3 2 0,3 3 0,3 2 0,5 3 0,2-1 0,1-3 0,2-3 0,2-4 0,2-3 0,4-1 0,4-1 0,4-1 0,2-2 0,3 0 0,1-2 0,1 1 0,1-2 0,2 0 0,2 0 0,8 1 0,8 5 0,9 3 0,4 4 0,-2 2 0,-6-1 0,-14-1 0,-8-6 0,-8-2 0,-6-1 0,-1 2 0,-2 3 0,-1 4 0,-1 0 0,-2 0 0,-4-3 0,-2-1 0,0 0 0,-2-1 0,-7 0 0,-4-1 0,-8-3 0,-4 0 0,-3-2 0,-7 0 0,-4-1 0,-3-4 0,3-4 0,6-3 0,5-2 0,2 0 0,-1 0 0,-3-2 0,-4-3 0,-3-5 0,1-3 0,6-1 0,4-1 0,-1-1 0,-1-2 0,1 0 0,5 3 0,11 8 0,4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20:20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0 24575,'0'21'0,"0"12"0,0 13 0,-1 7 0,-2-2 0,0-3 0,0-1 0,-1-5 0,0-2 0,1-2 0,0 2 0,0 3 0,-1 3 0,0 1 0,1-4 0,0-6 0,-1-5 0,-1-1 0,-1 0 0,-1 2 0,-1 4 0,0 0 0,0 3 0,0 0 0,2-3 0,0-2 0,1-8 0,1-7 0,0-6 0,0-2 0,-2 3 0,-3 5 0,-1 2 0,0-1 0,3-6 0,4-4 0,-2 4 0,-4 10 0,-5 9 0,-1 2 0,3-7 0,6-10 0,3-11 0,2-3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20:22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0 24575,'0'11'0,"0"9"0,0 12 0,0 15 0,0 12 0,0 10 0,0 7 0,0-3 0,-2-8 0,-3-9 0,-2-6 0,-5 0 0,1 0 0,-1 1 0,2-1 0,2-4 0,3-5 0,1-6 0,2-6 0,-2-3 0,2-2 0,-2 3 0,-4 7 0,0 6 0,-4 10 0,0 0 0,2-6 0,2-11 0,4-12 0,1-8 0,1-2 0,-1-1 0,-2-2 0,2 0 0,0-2 0,-1 1 0,1 1 0,-2 2 0,-2 3 0,-2 3 0,-1 1 0,1-1 0,4-3 0,2-6 0,1-3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20:25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893 395 24575,'-10'-6'0,"-4"-1"0,-3-2 0,-1-1 0,-2 0 0,-3 1 0,-10-3 0,-16-6 0,-16-6 0,-9-7 0,2-2 0,12 5 0,17 7 0,18 8 0,10 6 0,7 4 0,3 1 0,-1-1 0,-4-5 0,-9-7 0,-8-8 0,-8-4 0,-2-1 0,4 7 0,6 6 0,7 7 0,7 5 0,5 2 0,1 1 0,-1 0 0,-2 0 0,-3 0 0,-1 0 0,3 0 0,2 0 0,2 0 0,1 0 0,-1 0 0,0 0 0,3 0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21:20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2610 1572 24575,'-11'-8'0,"0"2"0,-5 0 0,0 1 0,-1 1 0,-3-2 0,-9-5 0,-9-3 0,-6-6 0,-6-6 0,1-2 0,4-1 0,0 0 0,2-1 0,-3 3 0,-2 2 0,-1 3 0,-4 3 0,1 3 0,-4 1 0,0 0 0,1-1 0,-1-3 0,4 0 0,1-3 0,-1 0 0,-1 0 0,0-2 0,0 2 0,0 0 0,0 0 0,0 2 0,0 0 0,0-1 0,4-2 0,3-1 0,3-3 0,3 0 0,0-2 0,1 2 0,2 3 0,0 5 0,2 4 0,1 3 0,3 2 0,1 1 0,-2-2 0,2-1 0,-4-2 0,2 0 0,2 0 0,0-2 0,3 2 0,2 1 0,2 0 0,2 2 0,1-2 0,1 0 0,-1 1 0,0 0 0,0-1 0,-1-3 0,0-1 0,-3-2 0,-1-1 0,1 0 0,3 3 0,2 2 0,3 2 0,2 1 0,-1 0 0,-2-1 0,-1 1 0,3 3 0,2 2 0,5 4 0,2 0 0,2 4 0,3 6 0,3 5 0,2 3 0,2 2 0,1 4 0,0 3 0,1 1 0,1 2 0,0-2 0,0 3 0,1 3 0,-3 1 0,0 0 0,0 5 0,1 5 0,0 2 0,-1-1 0,-3-3 0,-2-5 0,-2-5 0,0-3 0,0-3 0,0 4 0,0 3 0,0 4 0,0 3 0,0-3 0,0 0 0,0-3 0,0-2 0,0-4 0,0-4 0,0-5 0,0-6 0,0-8 0,0-13 0,0-13 0,0-15 0,0-15 0,0-1 0,1 1 0,1 4 0,3 6 0,1 0 0,0 0 0,1 3 0,-3 4 0,0 3 0,-3 4 0,-1 3 0,0 1 0,0 4 0,0 3 0,0 1 0,0 0 0,0 0 0,0 0 0,-2-4 0,0-3 0,-1-1 0,0 2 0,1 6 0,-2 5 0,0 3 0,0 2 0,-1-1 0,0 0 0,-2 0 0,2-1 0,-1 2 0,1 0 0,2-1 0,1 1 0,1 1 0,-1 0 0,0-1 0,0-2 0,0-2 0,1-1 0,7-2 0,11 0 0,9-3 0,7-1 0,-2 0 0,-1 2 0,-1 1 0,2 0 0,4-2 0,2 0 0,2 0 0,2 0 0,2 0 0,2-2 0,2 1 0,-2 3 0,0 3 0,0 2 0,-12 2 0,-26 6 0,-30 6 0,-24 8 0,-8 5 0,6 1 0,4 5 0,4 2 0,2 4 0,1 0 0,3-1 0,2 1 0,3 0 0,4 0 0,2-1 0,3-4 0,3-3 0,3-2 0,2-5 0,1-4 0,2-3 0,-2-4 0,-5 1 0,-5 1 0,-5 0 0,1-1 0,3-1 0,9 0 0,9 0 0,7 4 0,5 2 0,1 3 0,2 1 0,1 0 0,-1 2 0,1 0 0,-2 1 0,2 1 0,-1-2 0,1-2 0,0-2 0,-3-5 0,2 1 0,0-1 0,2 2 0,2 4 0,1-1 0,-2 0 0,1 1 0,1 1 0,1 2 0,3 2 0,3 0 0,0-2 0,-3-4 0,-2-3 0,-7-5 0,-1-1 0,0 1 0,0 1 0,3 0 0,3 0 0,0 0 0,0-2 0,-2 0 0,-2 0 0,-2-2 0,0 0 0,1 0 0,2 0 0,3 0 0,1 0 0,1 0 0,-1 0 0,0 0 0,1 0 0,0 0 0,2 0 0,1 0 0,-1 0 0,0 1 0,-3 1 0,1 3 0,-1 3 0,0 1 0,1 0 0,-2-1 0,-2-2 0,-4-1 0,-3-2 0,0 0 0,-1 0 0,3-1 0,1 2 0,2 1 0,3-1 0,1 2 0,2 0 0,-1 0 0,1 2 0,-1-2 0,1 0 0,0 1 0,2 0 0,0 2 0,1 0 0,-2-2 0,-1 0 0,0-1 0,3-1 0,1 3 0,3 1 0,0 1 0,1 0 0,0-2 0,-1-1 0,1-1 0,-3 0 0,-2-2 0,-1 0 0,-1 0 0,2-1 0,1 1 0,2 0 0,0 1 0,-1 0 0,-3 1 0,-2-2 0,0 1 0,0 2 0,-1 1 0,1 3 0,1 2 0,1 0 0,0 0 0,0 0 0,-2-3 0,0 0 0,-2-4 0,-3 0 0,-1-1 0,0 0 0,1 3 0,2 0 0,0 0 0,1 1 0,-1 0 0,0-1 0,0 1 0,0-1 0,-1-1 0,1 0 0,-1 0 0,-2-2 0,1-1 0,-3-1 0,0-1 0,0 2 0,-1 0 0,2 0 0,0 2 0,2-2 0,0 0 0,1 0 0,1-2 0,3 2 0,4-2 0,2 2 0,4 0 0,3-2 0,-1 0 0,-1-2 0,-6 0 0,-3 0 0,-4 0 0,-2 0 0,-1 0 0,0 0 0,-2 2 0,1 2 0,-2 0 0,-1 1 0,0 0 0,0-1 0,1 2 0,0-3 0,1 0 0,-2 0 0,1-1 0,-1 2 0,0 0 0,1 0 0,-1 0 0,1 0 0,0-1 0,1 0 0,3 1 0,0 3 0,5 5 0,2 5 0,-2-2 0,-2-3 0,-6-2 0,-5-3 0,-3 0 0,0 1 0,2 0 0,0-1 0,0 3 0,-1-2 0,-1-2 0,1 1 0,-2-2 0,1 1 0,-1-2 0,1 0 0,-1 1 0,1 1 0,0 3 0,1-1 0,-2-3 0,0-3 0,2-6 0,-2-6 0,2-4 0,-3-7 0,0-9 0,0-8 0,0-5 0,0-4 0,0 3 0,-2-2 0,-5-3 0,-3-3 0,-2-8 0,2-8 0,3-6 0,2-8 0,2 0 0,-2 4 0,3 7 0,-5 9 0,-3 6 0,-3 9 0,-1 7 0,0 5 0,0 7 0,3 4 0,1 5 0,4 9 0,1 13 0,3 16 0,3 14 0,3 14 0,5 7 0,5 14 0,4 21 0,-7-37 0,1 2 0,2 3 0,0 0 0,0-2 0,1-1 0,13 36 0,-2-19 0,-8-13 0,-8-13 0,-3-7 0,-4-6 0,0-7 0,-1-2 0,-2-1 0,0-3 0,0 1 0,0-1 0,0 0 0,0 0 0,0-2 0,0 0 0,0 1 0,0 2 0,0 4 0,0 4 0,0 0 0,0-3 0,0-4 0,-1-4 0,-1-1 0,-2-1 0,-2-4 0,1-2 0,-2-4 0,2 0 0,-1-1 0,0-1 0,-2-1 0,-6-2 0,-7 0 0,-10 0 0,-7 1 0,-6 4 0,-3 5 0,-5 6 0,-6 4 0,-6-2 0,-5-2 0,1-3 0,8-4 0,10-4 0,8-1 0,9 0 0,3 4 0,0 4 0,2 3 0,-3 2 0,-3-1 0,-2-2 0,-1-5 0,1-5 0,5-3 0,6-1 0,10 0 0,12-1 0,9-2 0,10-1 0,8 0 0,6-1 0,6-1 0,4 0 0,-2-3 0,0 1 0,-3-1 0,-2-3 0,0-3 0,-3-2 0,-6 1 0,-3 3 0,-5 3 0,-2 1 0,-3 2 0,-2 3 0,-2 1 0,0-1 0,3 0 0,0-3 0,3-1 0,1-2 0,1-4 0,4-2 0,0 1 0,1 2 0,-3 5 0,-3 4 0,-1 1 0,0 0 0,3-1 0,4 0 0,6 1 0,6 1 0,0 2 0,2 0 0,-6 0 0,-4 0 0,-4 0 0,-3 0 0,-2 0 0,-2 0 0,-1 0 0,-1 0 0,0 0 0,0 0 0,-2 0 0,0 0 0,0 0 0,3 0 0,-1 0 0,2 0 0,0 0 0,-1 0 0,-1 0 0,-2 0 0,1 0 0,-1 0 0,-4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24:27.3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2398 24575,'21'-39'0,"2"-1"0,4-3 0,3-8 0,5-11 0,3-4 0,0 1 0,0 4 0,-1 6 0,0 2 0,1 4 0,-2 1 0,-3 4 0,0 1 0,5-4 0,3-3 0,1-5 0,1 0 0,-4 4 0,-1 1 0,4-1 0,3-2 0,2 0 0,-2 3 0,-4 9 0,-5 6 0,-4 8 0,-4 3 0,-3 0 0,2-2 0,2-3 0,1-3 0,-1 0 0,0 1 0,1-2 0,-1 1 0,0-3 0,0-1 0,3-3 0,3-1 0,-2 2 0,-1 3 0,-1 7 0,-1 3 0,1 3 0,3 0 0,2-1 0,1-2 0,4-1 0,-2 1 0,-4 3 0,-4 4 0,-7 1 0,-3 4 0,-3-1 0,1 0 0,0-2 0,1-1 0,-2-2 0,0-4 0,-1-2 0,1-3 0,-1 2 0,-1 4 0,-4 8 0,-2 7 0,-4 2 0,-1 0 0,1-3 0,2-4 0,3 1 0,-1-3 0,-1 3 0,-2 3 0,-3 2 0,-5 4 0,-5 1 0,-8 1 0,-4 0 0,-3 0 0,-6 0 0,-3 0 0,-5 0 0,-6 0 0,-6 0 0,-9 2 0,-11 5 0,-8 3 0,-5 5 0,-1 3 0,5-2 0,7 0 0,3-2 0,5-3 0,-1 2 0,-3 1 0,3 2 0,3-2 0,5-4 0,7-1 0,4-5 0,5-1 0,4-1 0,4-2 0,6 0 0,7 0 0,5 0 0,4 0 0,0 0 0,2 0 0,0 0 0,3 4 0,2 0 0,7 0 0,10-2 0,11-2 0,8 0 0,5-2 0,0 0 0,2-2 0,2-3 0,2-1 0,6-4 0,0-1 0,4 0 0,-1 0 0,0 1 0,-5 4 0,-3 2 0,-4 4 0,-6 2 0,-3 0 0,-5 0 0,-1 0 0,0 0 0,1 0 0,0 0 0,1 0 0,1 0 0,0 0 0,1-2 0,2-1 0,2 1 0,0 0 0,3 2 0,-1 0 0,-1-2 0,-2-1 0,-7 1 0,-2-1 0,-7 1 0,-5 0 0,-4-1 0,-3 0 0,2-1 0,3-1 0,3 1 0,1-2 0,-2 2 0,-4 1 0,-6 2 0,-3 3 0,-3 2 0,0 1 0,-1 2 0,-1 3 0,-1 5 0,-1 5 0,-2 12 0,-1 8 0,0 8 0,-1 2 0,3-1 0,3-1 0,2 1 0,2 2 0,-3 5 0,1 4 0,-1-2 0,1-2 0,1-4 0,-1-4 0,-3-1 0,-1 1 0,-2 3 0,1 1 0,0 0 0,2-2 0,2-1 0,1-6 0,2-6 0,0-9 0,0-9 0,0-6 0,0-3 0,-1-2 0,-1 1 0,-2-1 0,0-5 0,2-11 0,0-13 0,1-11 0,1-9 0,0-2 0,0-7 0,0-4 0,0 1 0,0-1 0,0 5 0,0 2 0,0 2 0,0 3 0,0 0 0,0-1 0,0-2 0,0-1 0,0 4 0,0 4 0,0 6 0,0 3 0,0 3 0,0 6 0,0 0 0,0 1 0,0-1 0,1-1 0,1-2 0,6-4 0,4-6 0,2-1 0,0 4 0,-2 5 0,-4 9 0,-2 5 0,-2 4 0,-2 2 0,-2-3 0,2 1 0,-2 2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25:46.3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118 0 24575,'0'22'0,"0"-3"0,0 10 0,0 22 0,0 18 0,0 16 0,0 3 0,0-17 0,0-12 0,0-11 0,0-16 0,0-5 0,0-6 0,0 9 0,0 17 0,0 15 0,0 14 0,-2 1 0,-3 0 0,-1-2 0,-1 0 0,-1 2 0,2 10 0,1 11 0,4-45 0,0 1 0,1 2 0,0-1 0,0-2 0,0 0 0,-2 44 0,-1-8 0,0-5 0,1-3 0,-1 1 0,0 6 0,0 6 0,1 5 0,2 1 0,4-10 0,3-17 0,1-17 0,-1-13 0,-5-4 0,-2 4 0,-2 4 0,-4 2 0,-5-4 0,-3-2 0,0-8 0,1-3 0,4-3 0,0-5 0,4-5 0,4-6 0,4-5 0,8-1 0,5 2 0,1-1 0,-1 1 0,-4-4 0,-2-3 0,6 0 0,16-2 0,26-5 0,23-10 0,-33 5 0,2-2 0,1-1 0,0 0 0,41-12 0,-10 4 0,-7 0 0,5 1 0,14 0 0,-41 8 0,2 1 0,4-3 0,1 0 0,-2-1 0,1 0 0,-5 3 0,0 1 0,41-5 0,-10 10 0,-6 5 0,1 2 0,2 5 0,-5 5 0,-11 5 0,-17 2 0,-18-4 0,-12-4 0,-6-6 0,0 0 0,0 0 0,3 0 0,0 0 0,-3-2 0,-2-2 0,-1 0 0,1 0 0,1 0 0,0 0 0,-2 0 0,-1 0 0,0 0 0,1 0 0,1 1 0,2 2 0,0 1 0,-1 0 0,0-2 0,-2 1 0,1-1 0,-3 0 0,3 0 0,-6-2 0,1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25:49.8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24575,'22'0'0,"4"0"0,5 0 0,9 0 0,12 0 0,14 3 0,13 3 0,7 6 0,1 3 0,-10 0 0,-10-3 0,-11-5 0,-4-1 0,3-4 0,4 1 0,5-1 0,-1 1 0,-4 1 0,-4 0 0,-6 0 0,2 1 0,1-3 0,3 2 0,0 0 0,-4 1 0,-3 0 0,-8-1 0,-4 0 0,-6-2 0,-3 0 0,-3-2 0,0 2 0,2 1 0,1 3 0,-2 0 0,-3-2 0,-5 0 0,-5-1 0,-1-1 0,-1 0 0,3-2 0,2 0 0,3 0 0,1 0 0,-1 0 0,-4 0 0,-5 0 0,-2 0 0,-1 0 0,3 0 0,0 0 0,0 0 0,2 0 0,-2 0 0,3 0 0,1 0 0,-2 0 0,2 0 0,-3-2 0,-1-1 0,3-3 0,-2-1 0,3 0 0,1-1 0,-1 1 0,1 0 0,-2 0 0,-1 3 0,1 2 0,-6 0 0,-1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31:3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2686 4094 24575,'0'-8'0,"0"0"0,0 1 0,0-2 0,0-2 0,0 0 0,-2 2 0,0 1 0,-1 2 0,-3-1 0,0-3 0,-1 0 0,-3-1 0,-1 1 0,0 0 0,1-1 0,1 4 0,0-3 0,0 1 0,-1-2 0,1 1 0,1 0 0,-3-1 0,0-1 0,-4-2 0,-2-2 0,0-2 0,0-1 0,2-1 0,1 3 0,1 4 0,3 2 0,1 2 0,1-1 0,0-3 0,1-2 0,-4-4 0,-2-1 0,-2-2 0,-2-3 0,1 1 0,1 0 0,2 3 0,1 3 0,1-1 0,1 0 0,-1-3 0,0 0 0,2 2 0,0-2 0,-1-1 0,-2-5 0,-1-4 0,-1-6 0,-3-2 0,2 0 0,-1 2 0,2 6 0,0 2 0,-3 2 0,-3-5 0,-10-5 0,-9-7 0,-10-8 0,-9-5 0,-4-4 0,0-1 0,4 3 0,5 2 0,2-1 0,-1-1 0,-1-3 0,-1 2 0,1 3 0,1 5 0,3 6 0,2 4 0,7 5 0,4 5 0,6 2 0,4 2 0,3 1 0,3 1 0,2-3 0,0 0 0,-1-5 0,-2-3 0,-2-2 0,-1-5 0,0 1 0,-1 1 0,1 2 0,-1 5 0,2 1 0,1 0 0,-1 3 0,2-2 0,1 0 0,-1-4 0,-3-5 0,-1-7 0,-3-8 0,0-8 0,-1-5 0,2 0 0,2 6 0,3 10 0,3 9 0,0 6 0,1 3 0,-2 0 0,-1 0 0,0-3 0,0 0 0,1 0 0,4 0 0,0 5 0,2 3 0,0 4 0,0 4 0,0 1 0,0 2 0,-4 0 0,-1-1 0,-1 0 0,1 3 0,2 1 0,2 3 0,2 1 0,2 1 0,2 1 0,0-2 0,2-1 0,0-2 0,1 1 0,0-1 0,-1 1 0,0 3 0,1 3 0,2 1 0,1 0 0,-2-7 0,-2-1 0,-1-1 0,1 3 0,1 5 0,3 4 0,2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31:4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58 24575,'0'9'0,"0"1"0,0-1 0,0 0 0,0 0 0,0-2 0,0 1 0,0 2 0,0 5 0,0 7 0,1 2 0,3 1 0,0-4 0,1-8 0,1-3 0,2-4 0,1-4 0,0 2 0,-1-1 0,-2-1 0,-9-4 0,-4-8 0,-6-4 0,-2-1 0,4 6 0,2 2 0,0 3 0,0-1 0,-2-1 0,-2-2 0,0 0 0,2-1 0,2 2 0,2 0 0,2 2 0,-1 0 0,-1-3 0,0-2 0,-1-2 0,1 0 0,1 0 0,2 0 0,2 2 0,0 0 0,0-2 0,-1-3 0,1-1 0,2 2 0,0 5 0,0 6 0,3 8 0,3 5 0,2 3 0,0 5 0,-2 4 0,-2 0 0,-1-1 0,-2-5 0,1-7 0,2-4 0,3 0 0,3 2 0,2 1 0,-2 1 0,-4-1 0,-2 1 0,-1 3 0,1 3 0,0 4 0,-2 0 0,-1 0 0,-1-2 0,2-6 0,1-4 0,2-5 0,2-2 0,1 0 0,1 0 0,1 0 0,-1 0 0,-2 0 0,0 3 0,0 1 0,-1 2 0,-3-3 0,-1-1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2:31:47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24575,'13'0'0,"2"1"0,0 3 0,0 0 0,-3 2 0,-4-1 0,-5 3 0,-3 0 0,-2 1 0,-3-2 0,1-1 0,-2-1 0,0-1 0,0 0 0,0 0 0,-1-1 0,0-1 0,0 0 0,-2-2 0,2-1 0,2-3 0,-1-2 0,2-2 0,0 0 0,2 1 0,1 1 0,1 3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1E32-F3DC-7B22-E60D-78E7AFF8B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211D0-2723-DA13-E4E4-D6C10CE20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9B811-FBB1-C7FC-7B39-53FEB299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D5241-3846-3373-8E2E-EF2227169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124B1-CEEE-5857-5D33-7B26CAC4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763636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7907C-E88A-677C-92D5-26DD3091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798F1-8EA7-DB07-A7C4-D8C3921BF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87C3B-7295-9D67-52A0-FE37C36A9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25D2-F6B7-887C-24B9-99C448609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4E786-9011-F044-C3E8-07842C79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092770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5E3F2-02EC-F409-8F4D-193223761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1CE59-88B7-9AA4-181D-3B84DA308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CD17F-3F33-8911-1E6E-4F834677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D1118-F53A-A71F-BC6E-9721BE4B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0EBBB-41DD-5201-9A75-4FA45B0E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77137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5547-0E8A-2EE6-B024-87831F5E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6F314-03FC-953D-BF9C-B7D915A25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776E4-B479-C2AD-F7B3-033EF7B28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53B81-3128-37AC-3E84-A31ECC1E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CBBD7-5729-6907-72C9-66A2C355D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554AB-CFEB-3CAE-02FC-2397F5F6C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747330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8FE90-DE1B-67A4-3326-8398FF90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E2916-15F9-AD58-FF7C-0DD6C0A38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4629D-A04C-DC3D-E6AC-0434EE8A8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F6B152-FF3A-1BFC-3AAC-5B6737199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1238B-34E8-5C79-8B53-07326A6C2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B74031-3FB7-0C33-BD72-F5A5A40BC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381AD-5B96-5652-BEAF-069C9C401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426EB-AD34-A6C9-7284-4BD9A71A7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57907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78F87-6C29-65F2-3A6A-4B1BE2E87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C16C8-7F87-3A8E-9419-A1D7FFA5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0C7539-54AF-ED4B-ED53-E106B577C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53E62-1A21-1E24-F238-62B939BF7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875461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173AC-B9D4-1B91-B1FB-78101564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72C94-A9E4-9061-F9AC-04856632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3DAA7-AB99-9898-1B4F-9AD1F81A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749894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F9F1-1BD7-DA4C-9119-0F06FFCA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F0B9B-85BE-28A3-7A51-D6E1FC8EE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1D807-4A65-1A7D-466E-BF5D9EB7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B36E8-5B2B-FEC1-6E15-ED443011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FB53B-FFAD-9CC3-B4A7-8FCDD12B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D3273-99AB-4A58-AD4C-1ED18BD2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134139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F48F-D3A0-AE87-5930-EBC54F2B1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F3362-B4C3-890B-E4B9-CA07DD5A8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A61D6-5370-5F58-012A-0E9E0C3B7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D99E0-C997-1F41-97E9-60C98261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0A6FD-2228-5820-3629-BF4CF8CD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BBE17-2CA6-E079-5095-C75302DE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763016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C539B-ACBB-19C5-9320-AFEFBCFB5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8D76D-3BBF-B783-B19F-FAE00C7CD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23246-BD8A-A77C-B825-7EC24A8E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C04E3-CA74-AEAB-A68E-D177E193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6F011-4380-B0C9-1A8E-0A35ADAB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96115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5719C-A58A-7B6B-6BBE-16AFF77F9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ACDC7-706C-D8D4-4786-154AE1AE0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A47B1-E487-E58B-FC85-7CF3C2DD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ECFEC-59C9-5B9F-F2CA-223A7BF0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6F91B-68A5-40E4-503B-C5F4BEB1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42897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9A4B2B-065B-A48A-B635-525C40BB9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5A767-1DCB-4159-BF74-B73A42A29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50085-4A68-F190-E36E-C41B52B05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7A0733-5543-EB44-87E9-9A7C831DF1F9}" type="datetimeFigureOut">
              <a:rPr lang="en-AZ" smtClean="0"/>
              <a:t>26.05.26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92AC0-2D08-F274-E2AD-94C2F7282B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541A2-499D-E47E-8B65-D59354055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E317B-F0F0-5147-ABF8-9472594242DE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408774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6.xml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5.png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5.xml"/><Relationship Id="rId24" Type="http://schemas.openxmlformats.org/officeDocument/2006/relationships/image" Target="../media/image1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8.png"/><Relationship Id="rId10" Type="http://schemas.openxmlformats.org/officeDocument/2006/relationships/image" Target="../media/image9.png"/><Relationship Id="rId19" Type="http://schemas.openxmlformats.org/officeDocument/2006/relationships/customXml" Target="../ink/ink9.xml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customXml" Target="../ink/ink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0A59-FBA1-6265-00BE-8195B97DC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Z" dirty="0"/>
              <a:t>Eksamen Oppgave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17D65-1ED3-CD1A-B4E0-BEB2385C3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Z" dirty="0"/>
          </a:p>
        </p:txBody>
      </p:sp>
    </p:spTree>
    <p:extLst>
      <p:ext uri="{BB962C8B-B14F-4D97-AF65-F5344CB8AC3E}">
        <p14:creationId xmlns:p14="http://schemas.microsoft.com/office/powerpoint/2010/main" val="228766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F3AA5-2FCE-BBF2-F100-B9D071574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Oppgave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145BF-3221-3D28-1554-69D9ECEC5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Problemstilling </a:t>
            </a:r>
            <a:endParaRPr lang="en-AZ" dirty="0"/>
          </a:p>
          <a:p>
            <a:r>
              <a:rPr lang="nb-NO" dirty="0"/>
              <a:t>50 år gamle Jonas sitter med null IT ferdigheter og trenger derved hjelp med å lage en full funksjonell salgs nettside for å selge sverdene han </a:t>
            </a:r>
            <a:r>
              <a:rPr lang="nb-NO" dirty="0" err="1"/>
              <a:t>forger</a:t>
            </a:r>
            <a:r>
              <a:rPr lang="nb-NO" dirty="0"/>
              <a:t> ute i </a:t>
            </a:r>
            <a:r>
              <a:rPr lang="nb-NO" dirty="0" err="1"/>
              <a:t>gokk</a:t>
            </a:r>
            <a:endParaRPr lang="en-AZ" dirty="0"/>
          </a:p>
          <a:p>
            <a:endParaRPr lang="en-AZ" dirty="0"/>
          </a:p>
          <a:p>
            <a:r>
              <a:rPr lang="en-AZ" dirty="0"/>
              <a:t>Han trenger også et nettverk og serverenhet, shopfront nettsiden hans kan være live på 24/7</a:t>
            </a:r>
          </a:p>
        </p:txBody>
      </p:sp>
    </p:spTree>
    <p:extLst>
      <p:ext uri="{BB962C8B-B14F-4D97-AF65-F5344CB8AC3E}">
        <p14:creationId xmlns:p14="http://schemas.microsoft.com/office/powerpoint/2010/main" val="384183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F4361-A9B3-0AB6-4DCD-4514617FF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8408"/>
            <a:ext cx="3721608" cy="1106424"/>
          </a:xfrm>
        </p:spPr>
        <p:txBody>
          <a:bodyPr>
            <a:normAutofit/>
          </a:bodyPr>
          <a:lstStyle/>
          <a:p>
            <a:r>
              <a:rPr lang="en-AZ" sz="2800"/>
              <a:t>Kompetanse mål bak oppgaven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05F0A-A5F8-644C-CE9E-34B9983B6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8296"/>
            <a:ext cx="3721608" cy="3502152"/>
          </a:xfrm>
        </p:spPr>
        <p:txBody>
          <a:bodyPr>
            <a:normAutofit/>
          </a:bodyPr>
          <a:lstStyle/>
          <a:p>
            <a:r>
              <a:rPr lang="en-US" sz="1700"/>
              <a:t>Fordypnings Emne: IT-Driftfag</a:t>
            </a:r>
          </a:p>
          <a:p>
            <a:endParaRPr lang="en-AZ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72603B-62AE-4C9D-ED7D-48E9EBDE9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267" y="2532725"/>
            <a:ext cx="4586854" cy="951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6BD188-7F37-B890-EE4F-93959509E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267" y="1431236"/>
            <a:ext cx="4596146" cy="873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7C77F-0A53-A398-9692-E5CA85A93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267" y="4892711"/>
            <a:ext cx="4580868" cy="12368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3313BE-D662-AEBB-95CC-E65C70F1D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267" y="3712718"/>
            <a:ext cx="4580868" cy="95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31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7B433-1D26-E7A9-2D61-69B76C4E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Gjennomførings måte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517C9-C5C1-1EE1-31C3-FE044ABA9A3C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 err="1"/>
              <a:t>Planen</a:t>
            </a:r>
            <a:r>
              <a:rPr lang="en-US" sz="1500" dirty="0"/>
              <a:t> er :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     1. </a:t>
            </a:r>
            <a:r>
              <a:rPr lang="en-US" sz="1500" dirty="0" err="1"/>
              <a:t>sette</a:t>
            </a:r>
            <a:r>
              <a:rPr lang="en-US" sz="1500" dirty="0"/>
              <a:t> </a:t>
            </a:r>
            <a:r>
              <a:rPr lang="en-US" sz="1500" dirty="0" err="1"/>
              <a:t>opp</a:t>
            </a:r>
            <a:r>
              <a:rPr lang="en-US" sz="1500" dirty="0"/>
              <a:t> </a:t>
            </a:r>
            <a:r>
              <a:rPr lang="en-US" sz="1500" dirty="0" err="1"/>
              <a:t>nettverk</a:t>
            </a:r>
            <a:r>
              <a:rPr lang="en-US" sz="1500" dirty="0"/>
              <a:t> (</a:t>
            </a:r>
            <a:r>
              <a:rPr lang="en-US" sz="1500" dirty="0" err="1"/>
              <a:t>kablet</a:t>
            </a:r>
            <a:r>
              <a:rPr lang="en-US" sz="1500" dirty="0"/>
              <a:t> </a:t>
            </a:r>
            <a:r>
              <a:rPr lang="en-US" sz="1500" dirty="0" err="1"/>
              <a:t>nett</a:t>
            </a:r>
            <a:r>
              <a:rPr lang="en-US" sz="1500" dirty="0"/>
              <a:t> </a:t>
            </a:r>
            <a:r>
              <a:rPr lang="en-US" sz="1500" dirty="0" err="1"/>
              <a:t>til</a:t>
            </a:r>
            <a:r>
              <a:rPr lang="en-US" sz="1500" dirty="0"/>
              <a:t> </a:t>
            </a:r>
            <a:r>
              <a:rPr lang="en-US" sz="1500" dirty="0" err="1"/>
              <a:t>stasjonær</a:t>
            </a:r>
            <a:r>
              <a:rPr lang="en-US" sz="1500" dirty="0"/>
              <a:t> </a:t>
            </a:r>
            <a:r>
              <a:rPr lang="en-US" sz="1500" dirty="0" err="1"/>
              <a:t>enhet</a:t>
            </a:r>
            <a:r>
              <a:rPr lang="en-US" sz="1500" dirty="0"/>
              <a:t>)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2. </a:t>
            </a:r>
            <a:r>
              <a:rPr lang="en-US" sz="1500" dirty="0" err="1"/>
              <a:t>koble</a:t>
            </a:r>
            <a:r>
              <a:rPr lang="en-US" sz="1500" dirty="0"/>
              <a:t> </a:t>
            </a:r>
            <a:r>
              <a:rPr lang="en-US" sz="1500" dirty="0" err="1"/>
              <a:t>opp</a:t>
            </a:r>
            <a:r>
              <a:rPr lang="en-US" sz="1500" dirty="0"/>
              <a:t> raspberry pi </a:t>
            </a:r>
            <a:r>
              <a:rPr lang="en-US" sz="1500" dirty="0" err="1"/>
              <a:t>til</a:t>
            </a:r>
            <a:r>
              <a:rPr lang="en-US" sz="1500" dirty="0"/>
              <a:t> </a:t>
            </a:r>
            <a:r>
              <a:rPr lang="en-US" sz="1500" dirty="0" err="1"/>
              <a:t>nettverk</a:t>
            </a:r>
            <a:r>
              <a:rPr lang="en-US" sz="1500" dirty="0"/>
              <a:t> via </a:t>
            </a:r>
            <a:r>
              <a:rPr lang="en-US" sz="1500" dirty="0" err="1"/>
              <a:t>kabel</a:t>
            </a:r>
            <a:r>
              <a:rPr lang="en-US" sz="1500" dirty="0"/>
              <a:t>, service </a:t>
            </a:r>
            <a:r>
              <a:rPr lang="en-US" sz="1500" dirty="0" err="1"/>
              <a:t>sjekke</a:t>
            </a:r>
            <a:r>
              <a:rPr lang="en-US" sz="1500" dirty="0"/>
              <a:t> config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3. </a:t>
            </a:r>
            <a:r>
              <a:rPr lang="en-US" sz="1500" dirty="0" err="1"/>
              <a:t>utvikle</a:t>
            </a:r>
            <a:r>
              <a:rPr lang="en-US" sz="1500" dirty="0"/>
              <a:t> shopfront </a:t>
            </a:r>
            <a:r>
              <a:rPr lang="en-US" sz="1500" dirty="0" err="1"/>
              <a:t>nettside</a:t>
            </a:r>
            <a:r>
              <a:rPr lang="en-US" sz="1500" dirty="0"/>
              <a:t> </a:t>
            </a:r>
            <a:r>
              <a:rPr lang="en-US" sz="1500" dirty="0" err="1"/>
              <a:t>på</a:t>
            </a:r>
            <a:r>
              <a:rPr lang="en-US" sz="1500" dirty="0"/>
              <a:t> Mac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4. ssh raspberry pi &amp; git clone av shopfront repo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5. </a:t>
            </a:r>
            <a:r>
              <a:rPr lang="en-US" sz="1500" dirty="0" err="1"/>
              <a:t>åpne</a:t>
            </a:r>
            <a:r>
              <a:rPr lang="en-US" sz="1500" dirty="0"/>
              <a:t> </a:t>
            </a:r>
            <a:r>
              <a:rPr lang="en-US" sz="1500" dirty="0" err="1"/>
              <a:t>portforward</a:t>
            </a:r>
            <a:r>
              <a:rPr lang="en-US" sz="1500" dirty="0"/>
              <a:t> av </a:t>
            </a:r>
            <a:r>
              <a:rPr lang="en-US" sz="1500" dirty="0" err="1"/>
              <a:t>nettside</a:t>
            </a:r>
            <a:r>
              <a:rPr lang="en-US" sz="1500" dirty="0"/>
              <a:t> </a:t>
            </a:r>
            <a:r>
              <a:rPr lang="en-US" sz="1500" dirty="0" err="1"/>
              <a:t>på</a:t>
            </a:r>
            <a:r>
              <a:rPr lang="en-US" sz="1500" dirty="0"/>
              <a:t> </a:t>
            </a:r>
            <a:r>
              <a:rPr lang="en-US" sz="1500" dirty="0" err="1"/>
              <a:t>netverket</a:t>
            </a:r>
            <a:endParaRPr lang="en-US" sz="15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621B71-F7F2-EEDD-CF89-2F008C098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9048" y="1429653"/>
            <a:ext cx="5458968" cy="39986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992464-1F68-EB11-9D75-94AF0B539865}"/>
                  </a:ext>
                </a:extLst>
              </p14:cNvPr>
              <p14:cNvContentPartPr/>
              <p14:nvPr/>
            </p14:nvContentPartPr>
            <p14:xfrm>
              <a:off x="7771763" y="4045594"/>
              <a:ext cx="1320120" cy="422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992464-1F68-EB11-9D75-94AF0B5398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63123" y="4036594"/>
                <a:ext cx="133776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DC149B9-ABE6-8D8F-71FA-A1A283723C73}"/>
                  </a:ext>
                </a:extLst>
              </p14:cNvPr>
              <p14:cNvContentPartPr/>
              <p14:nvPr/>
            </p14:nvContentPartPr>
            <p14:xfrm>
              <a:off x="8008643" y="4364194"/>
              <a:ext cx="298080" cy="333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DC149B9-ABE6-8D8F-71FA-A1A283723C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99643" y="4355554"/>
                <a:ext cx="315720" cy="35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982B4AE-AED7-27D0-49BF-AB26FC14FFD6}"/>
              </a:ext>
            </a:extLst>
          </p:cNvPr>
          <p:cNvGrpSpPr/>
          <p:nvPr/>
        </p:nvGrpSpPr>
        <p:grpSpPr>
          <a:xfrm>
            <a:off x="8431283" y="4458154"/>
            <a:ext cx="726480" cy="654840"/>
            <a:chOff x="8431283" y="4458154"/>
            <a:chExt cx="72648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64E98A7-0530-2480-16E6-31486717FA8D}"/>
                    </a:ext>
                  </a:extLst>
                </p14:cNvPr>
                <p14:cNvContentPartPr/>
                <p14:nvPr/>
              </p14:nvContentPartPr>
              <p14:xfrm>
                <a:off x="8431283" y="4458154"/>
                <a:ext cx="245880" cy="366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64E98A7-0530-2480-16E6-31486717FA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22283" y="4449154"/>
                  <a:ext cx="2635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AB4D0D-9923-1986-CE42-3A1AB08C6296}"/>
                    </a:ext>
                  </a:extLst>
                </p14:cNvPr>
                <p14:cNvContentPartPr/>
                <p14:nvPr/>
              </p14:nvContentPartPr>
              <p14:xfrm>
                <a:off x="8770403" y="4505674"/>
                <a:ext cx="84960" cy="495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AB4D0D-9923-1986-CE42-3A1AB08C629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61763" y="4496674"/>
                  <a:ext cx="10260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456E326-79A4-5598-9834-90C220F0C806}"/>
                    </a:ext>
                  </a:extLst>
                </p14:cNvPr>
                <p14:cNvContentPartPr/>
                <p14:nvPr/>
              </p14:nvContentPartPr>
              <p14:xfrm>
                <a:off x="9076403" y="4599274"/>
                <a:ext cx="81360" cy="513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456E326-79A4-5598-9834-90C220F0C80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67403" y="4590274"/>
                  <a:ext cx="9900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0DB990B-495E-AF43-A26B-B369BF9DCC98}"/>
                    </a:ext>
                  </a:extLst>
                </p14:cNvPr>
                <p14:cNvContentPartPr/>
                <p14:nvPr/>
              </p14:nvContentPartPr>
              <p14:xfrm>
                <a:off x="8816483" y="4734274"/>
                <a:ext cx="321480" cy="142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0DB990B-495E-AF43-A26B-B369BF9DCC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07843" y="4725274"/>
                  <a:ext cx="33912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B9E95E8-6AA0-9957-00C8-320A4196D6DB}"/>
                  </a:ext>
                </a:extLst>
              </p14:cNvPr>
              <p14:cNvContentPartPr/>
              <p14:nvPr/>
            </p14:nvContentPartPr>
            <p14:xfrm>
              <a:off x="9447515" y="2058992"/>
              <a:ext cx="974160" cy="7246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B9E95E8-6AA0-9957-00C8-320A4196D6D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38515" y="2050352"/>
                <a:ext cx="991800" cy="74232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60F0563-140A-CB8A-7F73-9A76CFF2C287}"/>
              </a:ext>
            </a:extLst>
          </p:cNvPr>
          <p:cNvSpPr txBox="1"/>
          <p:nvPr/>
        </p:nvSpPr>
        <p:spPr>
          <a:xfrm>
            <a:off x="10047382" y="4824634"/>
            <a:ext cx="1301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Z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301C595-541A-0A78-F0A7-F3474CA01A06}"/>
                  </a:ext>
                </a:extLst>
              </p14:cNvPr>
              <p14:cNvContentPartPr/>
              <p14:nvPr/>
            </p14:nvContentPartPr>
            <p14:xfrm>
              <a:off x="6907355" y="2479472"/>
              <a:ext cx="767520" cy="863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301C595-541A-0A78-F0A7-F3474CA01A0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98715" y="2470832"/>
                <a:ext cx="785160" cy="88128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9379F9C2-F2C4-93AB-7421-30B1EC9FED12}"/>
              </a:ext>
            </a:extLst>
          </p:cNvPr>
          <p:cNvSpPr txBox="1"/>
          <p:nvPr/>
        </p:nvSpPr>
        <p:spPr>
          <a:xfrm>
            <a:off x="6096000" y="3343112"/>
            <a:ext cx="10265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Hoste </a:t>
            </a:r>
            <a:r>
              <a:rPr lang="en-US" sz="1400" dirty="0" err="1"/>
              <a:t>nettside</a:t>
            </a:r>
            <a:r>
              <a:rPr lang="en-US" sz="1400" dirty="0"/>
              <a:t> </a:t>
            </a:r>
            <a:r>
              <a:rPr lang="en-US" sz="1400" dirty="0" err="1"/>
              <a:t>på</a:t>
            </a:r>
            <a:r>
              <a:rPr lang="en-US" sz="1400" dirty="0"/>
              <a:t> </a:t>
            </a:r>
            <a:r>
              <a:rPr lang="en-US" sz="1400" dirty="0" err="1"/>
              <a:t>nettverk</a:t>
            </a:r>
            <a:endParaRPr lang="en-AZ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7FCF126-E85E-22A1-325F-EEBA68C9BC40}"/>
                  </a:ext>
                </a:extLst>
              </p14:cNvPr>
              <p14:cNvContentPartPr/>
              <p14:nvPr/>
            </p14:nvContentPartPr>
            <p14:xfrm>
              <a:off x="6000155" y="3256712"/>
              <a:ext cx="828360" cy="11775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7FCF126-E85E-22A1-325F-EEBA68C9BC4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991155" y="3247712"/>
                <a:ext cx="846000" cy="11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6BB3C55-FE13-EAFC-095F-AEA7395BE22C}"/>
                  </a:ext>
                </a:extLst>
              </p14:cNvPr>
              <p14:cNvContentPartPr/>
              <p14:nvPr/>
            </p14:nvContentPartPr>
            <p14:xfrm>
              <a:off x="6068915" y="3291632"/>
              <a:ext cx="772200" cy="604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6BB3C55-FE13-EAFC-095F-AEA7395BE22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59915" y="3282632"/>
                <a:ext cx="789840" cy="7812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5DFD5DA3-BC83-2476-4D02-101688BBDA7C}"/>
              </a:ext>
            </a:extLst>
          </p:cNvPr>
          <p:cNvSpPr txBox="1"/>
          <p:nvPr/>
        </p:nvSpPr>
        <p:spPr>
          <a:xfrm>
            <a:off x="9722582" y="1520328"/>
            <a:ext cx="16024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</a:t>
            </a:r>
            <a:r>
              <a:rPr lang="en-AZ" sz="1400" dirty="0"/>
              <a:t>ette opp port/nettverk config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A6D0F72-4B95-D4C4-3BC9-6E1F10AAC307}"/>
                  </a:ext>
                </a:extLst>
              </p14:cNvPr>
              <p14:cNvContentPartPr/>
              <p14:nvPr/>
            </p14:nvContentPartPr>
            <p14:xfrm>
              <a:off x="8578115" y="2655221"/>
              <a:ext cx="966960" cy="14738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A6D0F72-4B95-D4C4-3BC9-6E1F10AAC30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569115" y="2646581"/>
                <a:ext cx="984600" cy="14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951B85C-96C5-25AA-61BA-8BC6EDED8150}"/>
                  </a:ext>
                </a:extLst>
              </p14:cNvPr>
              <p14:cNvContentPartPr/>
              <p14:nvPr/>
            </p14:nvContentPartPr>
            <p14:xfrm>
              <a:off x="9502235" y="4072901"/>
              <a:ext cx="72360" cy="117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951B85C-96C5-25AA-61BA-8BC6EDED815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493235" y="4063901"/>
                <a:ext cx="900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94BDC25-8F0D-0770-61D5-D5DDEACB2C56}"/>
                  </a:ext>
                </a:extLst>
              </p14:cNvPr>
              <p14:cNvContentPartPr/>
              <p14:nvPr/>
            </p14:nvContentPartPr>
            <p14:xfrm>
              <a:off x="8569475" y="2648741"/>
              <a:ext cx="34200" cy="302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94BDC25-8F0D-0770-61D5-D5DDEACB2C5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560835" y="2640101"/>
                <a:ext cx="51840" cy="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4627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55FB-F557-B380-F316-D9652643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Verktøy bruk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132B5-E009-495A-69D0-D8A0125E8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Vscode</a:t>
            </a:r>
            <a:endParaRPr lang="en-US" dirty="0"/>
          </a:p>
          <a:p>
            <a:r>
              <a:rPr lang="en-US" sz="2000" dirty="0"/>
              <a:t>- html , .</a:t>
            </a:r>
            <a:r>
              <a:rPr lang="en-US" sz="2000" dirty="0" err="1"/>
              <a:t>css</a:t>
            </a:r>
            <a:r>
              <a:rPr lang="en-US" sz="2000" dirty="0"/>
              <a:t> &amp; </a:t>
            </a:r>
            <a:r>
              <a:rPr lang="en-US" sz="2000" dirty="0" err="1"/>
              <a:t>javascript</a:t>
            </a:r>
            <a:endParaRPr lang="en-US" sz="2000" dirty="0"/>
          </a:p>
          <a:p>
            <a:r>
              <a:rPr lang="en-US" dirty="0"/>
              <a:t>Extensions</a:t>
            </a:r>
          </a:p>
          <a:p>
            <a:r>
              <a:rPr lang="en-US" sz="2000" dirty="0"/>
              <a:t>- </a:t>
            </a:r>
            <a:r>
              <a:rPr lang="en-US" sz="2000" dirty="0" err="1"/>
              <a:t>nodejs</a:t>
            </a:r>
            <a:endParaRPr lang="en-US" sz="2000" dirty="0"/>
          </a:p>
          <a:p>
            <a:r>
              <a:rPr lang="en-US" sz="2000" dirty="0"/>
              <a:t>–</a:t>
            </a:r>
            <a:r>
              <a:rPr lang="en-US" sz="2000" dirty="0" err="1"/>
              <a:t>github</a:t>
            </a:r>
            <a:endParaRPr lang="en-US" sz="2000" dirty="0"/>
          </a:p>
          <a:p>
            <a:endParaRPr lang="en-US" sz="2400" dirty="0"/>
          </a:p>
          <a:p>
            <a:r>
              <a:rPr lang="en-US" dirty="0" err="1"/>
              <a:t>Nettverktjeneste</a:t>
            </a:r>
            <a:r>
              <a:rPr lang="en-US" dirty="0"/>
              <a:t> </a:t>
            </a:r>
          </a:p>
          <a:p>
            <a:r>
              <a:rPr lang="en-AZ" sz="2000" dirty="0"/>
              <a:t>Ubiquiti UniFi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91671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145</Words>
  <Application>Microsoft Macintosh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Eksamen Oppgave</vt:lpstr>
      <vt:lpstr>Oppgave </vt:lpstr>
      <vt:lpstr>Kompetanse mål bak oppgaven </vt:lpstr>
      <vt:lpstr>Gjennomførings måte </vt:lpstr>
      <vt:lpstr>Verktøy bruk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Edvard Spillum</dc:creator>
  <cp:lastModifiedBy>Edvard Spillum</cp:lastModifiedBy>
  <cp:revision>3</cp:revision>
  <dcterms:created xsi:type="dcterms:W3CDTF">2026-05-26T11:17:37Z</dcterms:created>
  <dcterms:modified xsi:type="dcterms:W3CDTF">2026-05-26T12:32:26Z</dcterms:modified>
</cp:coreProperties>
</file>